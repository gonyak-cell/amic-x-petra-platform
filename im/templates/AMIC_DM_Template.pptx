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366" userDrawn="1">
          <p15:clr>
            <a:srgbClr val="A4A3A4"/>
          </p15:clr>
        </p15:guide>
        <p15:guide id="18" pos="3188" userDrawn="1">
          <p15:clr>
            <a:srgbClr val="A4A3A4"/>
          </p15:clr>
        </p15:guide>
        <p15:guide id="23" orient="horz" pos="1661" userDrawn="1">
          <p15:clr>
            <a:srgbClr val="A4A3A4"/>
          </p15:clr>
        </p15:guide>
        <p15:guide id="26" orient="horz" pos="3521" userDrawn="1">
          <p15:clr>
            <a:srgbClr val="A4A3A4"/>
          </p15:clr>
        </p15:guide>
        <p15:guide id="27" orient="horz" pos="3113" userDrawn="1">
          <p15:clr>
            <a:srgbClr val="A4A3A4"/>
          </p15:clr>
        </p15:guide>
        <p15:guide id="28" pos="3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A3E96B"/>
    <a:srgbClr val="E6FDD6"/>
    <a:srgbClr val="1C8F57"/>
    <a:srgbClr val="6A6A6A"/>
    <a:srgbClr val="B0B0B0"/>
    <a:srgbClr val="FF3838"/>
    <a:srgbClr val="0F3A32"/>
    <a:srgbClr val="F2F2F2"/>
    <a:srgbClr val="A9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00" d="100"/>
          <a:sy n="100" d="100"/>
        </p:scale>
        <p:origin x="3756" y="1314"/>
      </p:cViewPr>
      <p:guideLst>
        <p:guide orient="horz" pos="1366"/>
        <p:guide pos="3188"/>
        <p:guide orient="horz" pos="1661"/>
        <p:guide orient="horz" pos="3521"/>
        <p:guide orient="horz" pos="3113"/>
        <p:guide pos="33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[PROJECT OO]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34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SUIT Medium"/>
              </a:rPr>
              <a:t>[Discussion Memo]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80" y="41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UIT Medium"/>
              </a:rPr>
              <a:t>[Month Year]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5000" y="649800"/>
            <a:ext cx="1937880" cy="15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UITE Heavy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[Market &amp; Transaction Trends]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[Market &amp; Transaction Trends]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[Deal Structure Considerations]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[Deal Structure Considerations]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[Investment Thesis]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[Investment Thesis]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[Valuation Analysis]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[Valuation Analysis]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[Risk Assessment]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[Risk Assessment]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[Summary &amp; Recommendations]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2168640"/>
            <a:ext cx="9000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[요약 및 결론]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38319</TotalTime>
  <Words>4488</Words>
  <Application>Microsoft Office PowerPoint</Application>
  <PresentationFormat>A4 용지(210x297mm)</PresentationFormat>
  <Paragraphs>1165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1019</cp:revision>
  <cp:lastPrinted>2025-12-22T07:04:28Z</cp:lastPrinted>
  <dcterms:created xsi:type="dcterms:W3CDTF">2025-05-07T02:47:43Z</dcterms:created>
  <dcterms:modified xsi:type="dcterms:W3CDTF">2026-02-19T13:20:31Z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