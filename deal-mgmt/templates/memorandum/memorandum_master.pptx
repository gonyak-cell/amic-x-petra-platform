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3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0" r:id="rId1"/>
  </p:sldMasterIdLst>
  <p:notesMasterIdLst>
    <p:notesMasterId r:id="rId27"/>
  </p:notesMasterIdLst>
  <p:handoutMasterIdLst>
    <p:handoutMasterId r:id="rId28"/>
  </p:handoutMasterIdLst>
  <p:sldIdLst/>
  <p:sldSz cx="9906000" cy="6858000" type="A4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5" orient="horz" pos="1366" userDrawn="1">
          <p15:clr>
            <a:srgbClr val="A4A3A4"/>
          </p15:clr>
        </p15:guide>
        <p15:guide id="18" pos="3188" userDrawn="1">
          <p15:clr>
            <a:srgbClr val="A4A3A4"/>
          </p15:clr>
        </p15:guide>
        <p15:guide id="23" orient="horz" pos="1661" userDrawn="1">
          <p15:clr>
            <a:srgbClr val="A4A3A4"/>
          </p15:clr>
        </p15:guide>
        <p15:guide id="26" orient="horz" pos="3521" userDrawn="1">
          <p15:clr>
            <a:srgbClr val="A4A3A4"/>
          </p15:clr>
        </p15:guide>
        <p15:guide id="27" orient="horz" pos="3113" userDrawn="1">
          <p15:clr>
            <a:srgbClr val="A4A3A4"/>
          </p15:clr>
        </p15:guide>
        <p15:guide id="28" pos="339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C260"/>
    <a:srgbClr val="A3E96B"/>
    <a:srgbClr val="E6FDD6"/>
    <a:srgbClr val="1C8F57"/>
    <a:srgbClr val="6A6A6A"/>
    <a:srgbClr val="B0B0B0"/>
    <a:srgbClr val="FF3838"/>
    <a:srgbClr val="0F3A32"/>
    <a:srgbClr val="F2F2F2"/>
    <a:srgbClr val="A9B1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75" autoAdjust="0"/>
    <p:restoredTop sz="97384" autoAdjust="0"/>
  </p:normalViewPr>
  <p:slideViewPr>
    <p:cSldViewPr snapToGrid="0" showGuides="1">
      <p:cViewPr>
        <p:scale>
          <a:sx n="100" d="100"/>
          <a:sy n="100" d="100"/>
        </p:scale>
        <p:origin x="3756" y="1314"/>
      </p:cViewPr>
      <p:guideLst>
        <p:guide orient="horz" pos="1366"/>
        <p:guide pos="3188"/>
        <p:guide orient="horz" pos="1661"/>
        <p:guide orient="horz" pos="3521"/>
        <p:guide orient="horz" pos="3113"/>
        <p:guide pos="339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109" d="100"/>
          <a:sy n="109" d="100"/>
        </p:scale>
        <p:origin x="5232" y="9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7" Type="http://schemas.openxmlformats.org/officeDocument/2006/relationships/notesMaster" Target="notesMasters/notesMaster1.xml"/><Relationship Id="rId28" Type="http://schemas.openxmlformats.org/officeDocument/2006/relationships/handoutMaster" Target="handoutMasters/handout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7B12D9F9-0D73-FA9C-9567-0D2EDC03F2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DDC3307-0AD4-BB88-7BEB-A583A8AF2E2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5B6DD3-10D0-4E94-9B57-485DC69B4E9D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56F0FCC-8CED-378C-8460-87FCC68F374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70BFFF3-C18E-475B-3D21-266D273E391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8BFF77-EDF0-439C-A29E-838A93E026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343772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126" userDrawn="1">
          <p15:clr>
            <a:srgbClr val="F26B43"/>
          </p15:clr>
        </p15:guide>
        <p15:guide id="2" pos="2141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317BD4-412C-4036-BA3A-F77995BB0B9D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1425"/>
            <a:ext cx="48355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4B846C-C851-40D6-90BA-1F97CB71F5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17938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6386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E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암초, 어둠, 야외, 자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2290648-4A35-8FE1-E072-FF4D31F961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58" b="58305"/>
          <a:stretch>
            <a:fillRect/>
          </a:stretch>
        </p:blipFill>
        <p:spPr>
          <a:xfrm>
            <a:off x="0" y="0"/>
            <a:ext cx="99072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566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PG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슬라이드 번호 개체 틀 5">
            <a:extLst>
              <a:ext uri="{FF2B5EF4-FFF2-40B4-BE49-F238E27FC236}">
                <a16:creationId xmlns:a16="http://schemas.microsoft.com/office/drawing/2014/main" id="{EBACC888-D2EC-7094-B366-60B6782248E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201000" y="6087781"/>
            <a:ext cx="252000" cy="153888"/>
          </a:xfrm>
          <a:prstGeom prst="rect">
            <a:avLst/>
          </a:prstGeom>
        </p:spPr>
        <p:txBody>
          <a:bodyPr vert="horz" wrap="square" lIns="72000" tIns="0" rIns="0" bIns="0" rtlCol="0" anchor="ctr">
            <a:spAutoFit/>
          </a:bodyPr>
          <a:lstStyle>
            <a:lvl1pPr algn="r">
              <a:defRPr lang="ko-KR" altLang="en-US" sz="1000" b="0" smtClean="0">
                <a:solidFill>
                  <a:srgbClr val="0F3A32"/>
                </a:solidFill>
              </a:defRPr>
            </a:lvl1pPr>
          </a:lstStyle>
          <a:p>
            <a:fld id="{C053318C-A610-4AA5-9FF7-26630BAA1E31}" type="slidenum">
              <a:rPr lang="en-US" altLang="ko-KR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0026356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3" orient="horz" pos="3748" userDrawn="1">
          <p15:clr>
            <a:srgbClr val="FBAE40"/>
          </p15:clr>
        </p15:guide>
        <p15:guide id="4" orient="horz" pos="572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6">
            <a:extLst>
              <a:ext uri="{FF2B5EF4-FFF2-40B4-BE49-F238E27FC236}">
                <a16:creationId xmlns:a16="http://schemas.microsoft.com/office/drawing/2014/main" id="{0B4FD9E0-5AC5-F0E3-DE1A-246AD9F4CC7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3000" y="549275"/>
            <a:ext cx="9000000" cy="43088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cap="all" spc="-30" baseline="0">
                <a:solidFill>
                  <a:srgbClr val="0F3A32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lang="en-US" altLang="ko-KR" dirty="0"/>
              <a:t>Page Title</a:t>
            </a:r>
            <a:endParaRPr lang="ko-KR" altLang="en-US" dirty="0"/>
          </a:p>
        </p:txBody>
      </p:sp>
      <p:sp>
        <p:nvSpPr>
          <p:cNvPr id="7" name="텍스트 개체 틀 12">
            <a:extLst>
              <a:ext uri="{FF2B5EF4-FFF2-40B4-BE49-F238E27FC236}">
                <a16:creationId xmlns:a16="http://schemas.microsoft.com/office/drawing/2014/main" id="{1BE9C345-FBCC-E1A7-EB5D-A1BCA98A6A3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75163" y="6020725"/>
            <a:ext cx="6845837" cy="2880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00">
                <a:solidFill>
                  <a:schemeClr val="tx1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altLang="ko-KR" dirty="0"/>
              <a:t>Footnote Box</a:t>
            </a:r>
            <a:endParaRPr lang="ko-KR" altLang="en-US" dirty="0"/>
          </a:p>
        </p:txBody>
      </p:sp>
      <p:sp>
        <p:nvSpPr>
          <p:cNvPr id="11" name="슬라이드 번호 개체 틀 5">
            <a:extLst>
              <a:ext uri="{FF2B5EF4-FFF2-40B4-BE49-F238E27FC236}">
                <a16:creationId xmlns:a16="http://schemas.microsoft.com/office/drawing/2014/main" id="{EBACC888-D2EC-7094-B366-60B6782248E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201000" y="6087781"/>
            <a:ext cx="252000" cy="153888"/>
          </a:xfrm>
          <a:prstGeom prst="rect">
            <a:avLst/>
          </a:prstGeom>
        </p:spPr>
        <p:txBody>
          <a:bodyPr vert="horz" wrap="square" lIns="72000" tIns="0" rIns="0" bIns="0" rtlCol="0" anchor="ctr">
            <a:spAutoFit/>
          </a:bodyPr>
          <a:lstStyle>
            <a:lvl1pPr algn="r">
              <a:defRPr lang="ko-KR" altLang="en-US" sz="1000" b="0" smtClean="0">
                <a:solidFill>
                  <a:srgbClr val="0F3A32"/>
                </a:solidFill>
              </a:defRPr>
            </a:lvl1pPr>
          </a:lstStyle>
          <a:p>
            <a:fld id="{C053318C-A610-4AA5-9FF7-26630BAA1E31}" type="slidenum">
              <a:rPr lang="en-US" altLang="ko-KR" smtClean="0"/>
              <a:pPr/>
              <a:t>‹#›</a:t>
            </a:fld>
            <a:endParaRPr lang="en-US" dirty="0"/>
          </a:p>
        </p:txBody>
      </p:sp>
      <p:pic>
        <p:nvPicPr>
          <p:cNvPr id="23" name="그래픽 22">
            <a:extLst>
              <a:ext uri="{FF2B5EF4-FFF2-40B4-BE49-F238E27FC236}">
                <a16:creationId xmlns:a16="http://schemas.microsoft.com/office/drawing/2014/main" id="{993F8B13-CA41-9FF3-CEB3-9890383AC2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3000" y="6074725"/>
            <a:ext cx="1362163" cy="1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691695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orient="horz" pos="754" userDrawn="1">
          <p15:clr>
            <a:srgbClr val="FBAE40"/>
          </p15:clr>
        </p15:guide>
        <p15:guide id="3" orient="horz" pos="3748" userDrawn="1">
          <p15:clr>
            <a:srgbClr val="FBAE40"/>
          </p15:clr>
        </p15:guide>
        <p15:guide id="5" orient="horz" pos="618" userDrawn="1">
          <p15:clr>
            <a:srgbClr val="FBAE40"/>
          </p15:clr>
        </p15:guide>
        <p15:guide id="6" orient="horz" pos="1071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_w/Anders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6">
            <a:extLst>
              <a:ext uri="{FF2B5EF4-FFF2-40B4-BE49-F238E27FC236}">
                <a16:creationId xmlns:a16="http://schemas.microsoft.com/office/drawing/2014/main" id="{0B4FD9E0-5AC5-F0E3-DE1A-246AD9F4CC7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3000" y="549275"/>
            <a:ext cx="9000000" cy="43088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cap="all" spc="-30" baseline="0">
                <a:solidFill>
                  <a:srgbClr val="0F3A32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lang="en-US" altLang="ko-KR" dirty="0"/>
              <a:t>Page Title</a:t>
            </a:r>
            <a:endParaRPr lang="ko-KR" altLang="en-US" dirty="0"/>
          </a:p>
        </p:txBody>
      </p:sp>
      <p:sp>
        <p:nvSpPr>
          <p:cNvPr id="7" name="텍스트 개체 틀 12">
            <a:extLst>
              <a:ext uri="{FF2B5EF4-FFF2-40B4-BE49-F238E27FC236}">
                <a16:creationId xmlns:a16="http://schemas.microsoft.com/office/drawing/2014/main" id="{1BE9C345-FBCC-E1A7-EB5D-A1BCA98A6A3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58425" y="6020725"/>
            <a:ext cx="6062575" cy="2880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00">
                <a:solidFill>
                  <a:schemeClr val="tx1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altLang="ko-KR" dirty="0"/>
              <a:t>Footnote Box</a:t>
            </a:r>
            <a:endParaRPr lang="ko-KR" altLang="en-US" dirty="0"/>
          </a:p>
        </p:txBody>
      </p:sp>
      <p:sp>
        <p:nvSpPr>
          <p:cNvPr id="11" name="슬라이드 번호 개체 틀 5">
            <a:extLst>
              <a:ext uri="{FF2B5EF4-FFF2-40B4-BE49-F238E27FC236}">
                <a16:creationId xmlns:a16="http://schemas.microsoft.com/office/drawing/2014/main" id="{EBACC888-D2EC-7094-B366-60B6782248E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201000" y="6087781"/>
            <a:ext cx="252000" cy="153888"/>
          </a:xfrm>
          <a:prstGeom prst="rect">
            <a:avLst/>
          </a:prstGeom>
        </p:spPr>
        <p:txBody>
          <a:bodyPr vert="horz" wrap="square" lIns="72000" tIns="0" rIns="0" bIns="0" rtlCol="0" anchor="ctr">
            <a:spAutoFit/>
          </a:bodyPr>
          <a:lstStyle>
            <a:lvl1pPr algn="r">
              <a:defRPr lang="ko-KR" altLang="en-US" sz="1000" b="0" smtClean="0">
                <a:solidFill>
                  <a:srgbClr val="0F3A32"/>
                </a:solidFill>
              </a:defRPr>
            </a:lvl1pPr>
          </a:lstStyle>
          <a:p>
            <a:fld id="{C053318C-A610-4AA5-9FF7-26630BAA1E31}" type="slidenum">
              <a:rPr lang="en-US" altLang="ko-KR" smtClean="0"/>
              <a:pPr/>
              <a:t>‹#›</a:t>
            </a:fld>
            <a:endParaRPr lang="en-US" dirty="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35573DDD-4F45-9398-6499-D7269C13777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53000" y="6056725"/>
            <a:ext cx="2253425" cy="198000"/>
            <a:chOff x="623889" y="598933"/>
            <a:chExt cx="8448818" cy="742366"/>
          </a:xfrm>
        </p:grpSpPr>
        <p:pic>
          <p:nvPicPr>
            <p:cNvPr id="12" name="그래픽 11">
              <a:extLst>
                <a:ext uri="{FF2B5EF4-FFF2-40B4-BE49-F238E27FC236}">
                  <a16:creationId xmlns:a16="http://schemas.microsoft.com/office/drawing/2014/main" id="{14CBB4AF-4B62-C23D-1FEF-2929F5B529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475515" y="657299"/>
              <a:ext cx="3597192" cy="684000"/>
            </a:xfrm>
            <a:prstGeom prst="rect">
              <a:avLst/>
            </a:prstGeom>
          </p:spPr>
        </p:pic>
        <p:pic>
          <p:nvPicPr>
            <p:cNvPr id="13" name="Picture 8">
              <a:extLst>
                <a:ext uri="{FF2B5EF4-FFF2-40B4-BE49-F238E27FC236}">
                  <a16:creationId xmlns:a16="http://schemas.microsoft.com/office/drawing/2014/main" id="{7EC1F7B2-C3E5-42D9-50BF-71B37DC6AAB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23889" y="598933"/>
              <a:ext cx="4851626" cy="54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58286219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orient="horz" pos="754">
          <p15:clr>
            <a:srgbClr val="FBAE40"/>
          </p15:clr>
        </p15:guide>
        <p15:guide id="3" orient="horz" pos="3748">
          <p15:clr>
            <a:srgbClr val="FBAE40"/>
          </p15:clr>
        </p15:guide>
        <p15:guide id="5" orient="horz" pos="618">
          <p15:clr>
            <a:srgbClr val="FBAE40"/>
          </p15:clr>
        </p15:guide>
        <p15:guide id="6" orient="horz" pos="107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그룹 56">
            <a:extLst>
              <a:ext uri="{FF2B5EF4-FFF2-40B4-BE49-F238E27FC236}">
                <a16:creationId xmlns:a16="http://schemas.microsoft.com/office/drawing/2014/main" id="{DC2C7A55-5541-E072-FACF-5B951038D15E}"/>
              </a:ext>
            </a:extLst>
          </p:cNvPr>
          <p:cNvGrpSpPr/>
          <p:nvPr userDrawn="1"/>
        </p:nvGrpSpPr>
        <p:grpSpPr>
          <a:xfrm>
            <a:off x="-1332000" y="0"/>
            <a:ext cx="1260000" cy="5147998"/>
            <a:chOff x="-1332000" y="251999"/>
            <a:chExt cx="1260000" cy="5147998"/>
          </a:xfrm>
        </p:grpSpPr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6A9B4B0E-E4CB-BEB4-725A-783E0C8E451B}"/>
                </a:ext>
              </a:extLst>
            </p:cNvPr>
            <p:cNvGrpSpPr/>
            <p:nvPr userDrawn="1"/>
          </p:nvGrpSpPr>
          <p:grpSpPr>
            <a:xfrm>
              <a:off x="-1332000" y="251999"/>
              <a:ext cx="1260000" cy="1440000"/>
              <a:chOff x="-1332000" y="251999"/>
              <a:chExt cx="1260000" cy="1440000"/>
            </a:xfrm>
          </p:grpSpPr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0FBDDD21-17AA-9039-4C59-66C46717204B}"/>
                  </a:ext>
                </a:extLst>
              </p:cNvPr>
              <p:cNvSpPr/>
              <p:nvPr userDrawn="1"/>
            </p:nvSpPr>
            <p:spPr>
              <a:xfrm>
                <a:off x="-1332000" y="251999"/>
                <a:ext cx="1260000" cy="576000"/>
              </a:xfrm>
              <a:prstGeom prst="rect">
                <a:avLst/>
              </a:prstGeom>
              <a:solidFill>
                <a:srgbClr val="0F3A3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r>
                  <a:rPr lang="en-US" altLang="ko-KR" sz="1000" b="1" dirty="0">
                    <a:solidFill>
                      <a:schemeClr val="bg1"/>
                    </a:solidFill>
                  </a:rPr>
                  <a:t>Signature Green</a:t>
                </a:r>
              </a:p>
              <a:p>
                <a:pPr algn="l"/>
                <a:r>
                  <a:rPr lang="en-US" altLang="ko-KR" sz="800" b="0" dirty="0">
                    <a:solidFill>
                      <a:schemeClr val="bg1"/>
                    </a:solidFill>
                  </a:rPr>
                  <a:t>Primary Color</a:t>
                </a:r>
                <a:endParaRPr lang="ko-KR" altLang="en-US" sz="8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5BAA68D9-0007-1137-8E9E-65F8F249E8B3}"/>
                  </a:ext>
                </a:extLst>
              </p:cNvPr>
              <p:cNvSpPr/>
              <p:nvPr userDrawn="1"/>
            </p:nvSpPr>
            <p:spPr>
              <a:xfrm>
                <a:off x="-1332000" y="1115999"/>
                <a:ext cx="1260000" cy="576000"/>
              </a:xfrm>
              <a:prstGeom prst="rect">
                <a:avLst/>
              </a:prstGeom>
              <a:solidFill>
                <a:srgbClr val="26C2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r>
                  <a:rPr lang="en-US" altLang="ko-KR" sz="1000" b="1" dirty="0">
                    <a:solidFill>
                      <a:schemeClr val="bg1"/>
                    </a:solidFill>
                  </a:rPr>
                  <a:t>Highlight Green</a:t>
                </a:r>
              </a:p>
              <a:p>
                <a:pPr algn="l"/>
                <a:r>
                  <a:rPr lang="en-US" altLang="ko-KR" sz="800" dirty="0">
                    <a:solidFill>
                      <a:schemeClr val="bg1"/>
                    </a:solidFill>
                  </a:rPr>
                  <a:t>Primary Color</a:t>
                </a:r>
                <a:endParaRPr lang="ko-KR" altLang="en-US" sz="8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ED47E68C-019C-8A2F-492D-27B9D3AF84EE}"/>
                  </a:ext>
                </a:extLst>
              </p:cNvPr>
              <p:cNvSpPr/>
              <p:nvPr userDrawn="1"/>
            </p:nvSpPr>
            <p:spPr>
              <a:xfrm>
                <a:off x="-1332000" y="827999"/>
                <a:ext cx="252000" cy="288000"/>
              </a:xfrm>
              <a:prstGeom prst="rect">
                <a:avLst/>
              </a:prstGeom>
              <a:solidFill>
                <a:srgbClr val="E6FDD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760D7CC4-4A15-5FED-68A7-1993F1727F1B}"/>
                  </a:ext>
                </a:extLst>
              </p:cNvPr>
              <p:cNvSpPr/>
              <p:nvPr userDrawn="1"/>
            </p:nvSpPr>
            <p:spPr>
              <a:xfrm>
                <a:off x="-828000" y="827999"/>
                <a:ext cx="252000" cy="288000"/>
              </a:xfrm>
              <a:prstGeom prst="rect">
                <a:avLst/>
              </a:prstGeom>
              <a:solidFill>
                <a:srgbClr val="26C2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31388674-7E06-90B3-8CC9-C5FBE25B5A8D}"/>
                  </a:ext>
                </a:extLst>
              </p:cNvPr>
              <p:cNvSpPr/>
              <p:nvPr userDrawn="1"/>
            </p:nvSpPr>
            <p:spPr>
              <a:xfrm>
                <a:off x="-576000" y="827999"/>
                <a:ext cx="252000" cy="288000"/>
              </a:xfrm>
              <a:prstGeom prst="rect">
                <a:avLst/>
              </a:prstGeom>
              <a:solidFill>
                <a:srgbClr val="1C8F5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2E15722A-1E25-70E9-8E06-B675AE8E502C}"/>
                  </a:ext>
                </a:extLst>
              </p:cNvPr>
              <p:cNvSpPr/>
              <p:nvPr userDrawn="1"/>
            </p:nvSpPr>
            <p:spPr>
              <a:xfrm>
                <a:off x="-324000" y="827999"/>
                <a:ext cx="252000" cy="288000"/>
              </a:xfrm>
              <a:prstGeom prst="rect">
                <a:avLst/>
              </a:prstGeom>
              <a:solidFill>
                <a:srgbClr val="0F3A3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CA4CDF29-3C6C-C492-9A89-838C3E6FCC2A}"/>
                  </a:ext>
                </a:extLst>
              </p:cNvPr>
              <p:cNvSpPr/>
              <p:nvPr userDrawn="1"/>
            </p:nvSpPr>
            <p:spPr>
              <a:xfrm>
                <a:off x="-1080000" y="827999"/>
                <a:ext cx="252000" cy="288000"/>
              </a:xfrm>
              <a:prstGeom prst="rect">
                <a:avLst/>
              </a:prstGeom>
              <a:solidFill>
                <a:srgbClr val="A3E96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52" name="그룹 51">
              <a:extLst>
                <a:ext uri="{FF2B5EF4-FFF2-40B4-BE49-F238E27FC236}">
                  <a16:creationId xmlns:a16="http://schemas.microsoft.com/office/drawing/2014/main" id="{5D6BC0DD-AA10-0C54-2348-EEC86A9525F4}"/>
                </a:ext>
              </a:extLst>
            </p:cNvPr>
            <p:cNvGrpSpPr/>
            <p:nvPr userDrawn="1"/>
          </p:nvGrpSpPr>
          <p:grpSpPr>
            <a:xfrm>
              <a:off x="-1332000" y="1871998"/>
              <a:ext cx="1260000" cy="1440000"/>
              <a:chOff x="-1332000" y="1799999"/>
              <a:chExt cx="1260000" cy="1440000"/>
            </a:xfrm>
          </p:grpSpPr>
          <p:sp>
            <p:nvSpPr>
              <p:cNvPr id="4" name="직사각형 3">
                <a:extLst>
                  <a:ext uri="{FF2B5EF4-FFF2-40B4-BE49-F238E27FC236}">
                    <a16:creationId xmlns:a16="http://schemas.microsoft.com/office/drawing/2014/main" id="{BEBFBD1D-995E-1E73-010F-50D3B0E83929}"/>
                  </a:ext>
                </a:extLst>
              </p:cNvPr>
              <p:cNvSpPr/>
              <p:nvPr userDrawn="1"/>
            </p:nvSpPr>
            <p:spPr>
              <a:xfrm>
                <a:off x="-1332000" y="1799999"/>
                <a:ext cx="1260000" cy="576000"/>
              </a:xfrm>
              <a:prstGeom prst="rect">
                <a:avLst/>
              </a:prstGeom>
              <a:solidFill>
                <a:srgbClr val="2A2A2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r>
                  <a:rPr lang="en-US" altLang="ko-KR" sz="1000" b="1" dirty="0">
                    <a:solidFill>
                      <a:schemeClr val="bg1"/>
                    </a:solidFill>
                  </a:rPr>
                  <a:t>Dark Gray</a:t>
                </a:r>
              </a:p>
              <a:p>
                <a:pPr algn="l"/>
                <a:r>
                  <a:rPr lang="en-US" altLang="ko-KR" sz="800" b="0" dirty="0">
                    <a:solidFill>
                      <a:schemeClr val="bg1"/>
                    </a:solidFill>
                  </a:rPr>
                  <a:t>Text Color</a:t>
                </a:r>
                <a:endParaRPr lang="ko-KR" altLang="en-US" sz="8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6440A180-6C32-2570-A740-930E8D9B706B}"/>
                  </a:ext>
                </a:extLst>
              </p:cNvPr>
              <p:cNvSpPr/>
              <p:nvPr userDrawn="1"/>
            </p:nvSpPr>
            <p:spPr>
              <a:xfrm>
                <a:off x="-1332000" y="2663999"/>
                <a:ext cx="1260000" cy="576000"/>
              </a:xfrm>
              <a:prstGeom prst="rect">
                <a:avLst/>
              </a:prstGeom>
              <a:solidFill>
                <a:srgbClr val="6A6A6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r>
                  <a:rPr lang="en-US" altLang="ko-KR" sz="1000" b="1" dirty="0">
                    <a:solidFill>
                      <a:schemeClr val="bg1"/>
                    </a:solidFill>
                  </a:rPr>
                  <a:t>Mid Gray</a:t>
                </a:r>
              </a:p>
              <a:p>
                <a:pPr algn="l"/>
                <a:r>
                  <a:rPr lang="en-US" altLang="ko-KR" sz="800" dirty="0">
                    <a:solidFill>
                      <a:schemeClr val="bg1"/>
                    </a:solidFill>
                  </a:rPr>
                  <a:t>Line Color</a:t>
                </a:r>
                <a:endParaRPr lang="ko-KR" altLang="en-US" sz="8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9409EDCF-481E-435E-718F-1CC9D7D51B2F}"/>
                  </a:ext>
                </a:extLst>
              </p:cNvPr>
              <p:cNvSpPr/>
              <p:nvPr userDrawn="1"/>
            </p:nvSpPr>
            <p:spPr>
              <a:xfrm>
                <a:off x="-1332000" y="2375999"/>
                <a:ext cx="252000" cy="288000"/>
              </a:xfrm>
              <a:prstGeom prst="rect">
                <a:avLst/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3" name="직사각형 32">
                <a:extLst>
                  <a:ext uri="{FF2B5EF4-FFF2-40B4-BE49-F238E27FC236}">
                    <a16:creationId xmlns:a16="http://schemas.microsoft.com/office/drawing/2014/main" id="{DB6F4259-DC9C-A7E1-E051-7D220EC304A7}"/>
                  </a:ext>
                </a:extLst>
              </p:cNvPr>
              <p:cNvSpPr/>
              <p:nvPr userDrawn="1"/>
            </p:nvSpPr>
            <p:spPr>
              <a:xfrm>
                <a:off x="-828000" y="2375999"/>
                <a:ext cx="252000" cy="288000"/>
              </a:xfrm>
              <a:prstGeom prst="rect">
                <a:avLst/>
              </a:prstGeom>
              <a:solidFill>
                <a:srgbClr val="6A6A6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4" name="직사각형 33">
                <a:extLst>
                  <a:ext uri="{FF2B5EF4-FFF2-40B4-BE49-F238E27FC236}">
                    <a16:creationId xmlns:a16="http://schemas.microsoft.com/office/drawing/2014/main" id="{F3781F1C-B0CE-957D-45AE-27111159DD3D}"/>
                  </a:ext>
                </a:extLst>
              </p:cNvPr>
              <p:cNvSpPr/>
              <p:nvPr userDrawn="1"/>
            </p:nvSpPr>
            <p:spPr>
              <a:xfrm>
                <a:off x="-576000" y="2375999"/>
                <a:ext cx="252000" cy="288000"/>
              </a:xfrm>
              <a:prstGeom prst="rect">
                <a:avLst/>
              </a:prstGeom>
              <a:solidFill>
                <a:srgbClr val="3A3A3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5" name="직사각형 34">
                <a:extLst>
                  <a:ext uri="{FF2B5EF4-FFF2-40B4-BE49-F238E27FC236}">
                    <a16:creationId xmlns:a16="http://schemas.microsoft.com/office/drawing/2014/main" id="{68F6B58C-2C33-8060-3265-CAEA9C07CF35}"/>
                  </a:ext>
                </a:extLst>
              </p:cNvPr>
              <p:cNvSpPr/>
              <p:nvPr userDrawn="1"/>
            </p:nvSpPr>
            <p:spPr>
              <a:xfrm>
                <a:off x="-324000" y="2375999"/>
                <a:ext cx="252000" cy="288000"/>
              </a:xfrm>
              <a:prstGeom prst="rect">
                <a:avLst/>
              </a:prstGeom>
              <a:solidFill>
                <a:srgbClr val="2A2A2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35F1958F-E80E-E3AB-0F20-4F04A89ED80C}"/>
                  </a:ext>
                </a:extLst>
              </p:cNvPr>
              <p:cNvSpPr/>
              <p:nvPr userDrawn="1"/>
            </p:nvSpPr>
            <p:spPr>
              <a:xfrm>
                <a:off x="-1080000" y="2375999"/>
                <a:ext cx="252000" cy="288000"/>
              </a:xfrm>
              <a:prstGeom prst="rect">
                <a:avLst/>
              </a:prstGeom>
              <a:solidFill>
                <a:srgbClr val="B0B0B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55" name="그룹 54">
              <a:extLst>
                <a:ext uri="{FF2B5EF4-FFF2-40B4-BE49-F238E27FC236}">
                  <a16:creationId xmlns:a16="http://schemas.microsoft.com/office/drawing/2014/main" id="{ADF573A2-D377-75AA-94BE-1431A1250DA9}"/>
                </a:ext>
              </a:extLst>
            </p:cNvPr>
            <p:cNvGrpSpPr/>
            <p:nvPr userDrawn="1"/>
          </p:nvGrpSpPr>
          <p:grpSpPr>
            <a:xfrm>
              <a:off x="-1332000" y="3491998"/>
              <a:ext cx="1260000" cy="864000"/>
              <a:chOff x="-1332000" y="3491998"/>
              <a:chExt cx="1260000" cy="864000"/>
            </a:xfrm>
          </p:grpSpPr>
          <p:sp>
            <p:nvSpPr>
              <p:cNvPr id="38" name="직사각형 37">
                <a:extLst>
                  <a:ext uri="{FF2B5EF4-FFF2-40B4-BE49-F238E27FC236}">
                    <a16:creationId xmlns:a16="http://schemas.microsoft.com/office/drawing/2014/main" id="{33F5513E-EA52-4A9E-918D-65D6DA5AC603}"/>
                  </a:ext>
                </a:extLst>
              </p:cNvPr>
              <p:cNvSpPr/>
              <p:nvPr userDrawn="1"/>
            </p:nvSpPr>
            <p:spPr>
              <a:xfrm>
                <a:off x="-1332000" y="3491998"/>
                <a:ext cx="1260000" cy="576000"/>
              </a:xfrm>
              <a:prstGeom prst="rect">
                <a:avLst/>
              </a:prstGeom>
              <a:solidFill>
                <a:srgbClr val="FF383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r>
                  <a:rPr lang="en-US" altLang="ko-KR" sz="1000" b="1" dirty="0">
                    <a:solidFill>
                      <a:schemeClr val="bg1"/>
                    </a:solidFill>
                  </a:rPr>
                  <a:t>Highlight Red</a:t>
                </a:r>
              </a:p>
              <a:p>
                <a:pPr algn="l"/>
                <a:r>
                  <a:rPr lang="en-US" altLang="ko-KR" sz="800" b="0" dirty="0">
                    <a:solidFill>
                      <a:schemeClr val="bg1"/>
                    </a:solidFill>
                  </a:rPr>
                  <a:t>Sub Highlighter</a:t>
                </a:r>
                <a:endParaRPr lang="ko-KR" altLang="en-US" sz="8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9" name="직사각형 38">
                <a:extLst>
                  <a:ext uri="{FF2B5EF4-FFF2-40B4-BE49-F238E27FC236}">
                    <a16:creationId xmlns:a16="http://schemas.microsoft.com/office/drawing/2014/main" id="{EFE9F0A4-6AFC-6162-CD7E-F91270632D24}"/>
                  </a:ext>
                </a:extLst>
              </p:cNvPr>
              <p:cNvSpPr/>
              <p:nvPr userDrawn="1"/>
            </p:nvSpPr>
            <p:spPr>
              <a:xfrm>
                <a:off x="-1332000" y="4067998"/>
                <a:ext cx="252000" cy="288000"/>
              </a:xfrm>
              <a:prstGeom prst="rect">
                <a:avLst/>
              </a:prstGeom>
              <a:solidFill>
                <a:srgbClr val="FFECE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0" name="직사각형 39">
                <a:extLst>
                  <a:ext uri="{FF2B5EF4-FFF2-40B4-BE49-F238E27FC236}">
                    <a16:creationId xmlns:a16="http://schemas.microsoft.com/office/drawing/2014/main" id="{0D16E1DD-6F4F-B14D-0CC9-A41731A6DAFD}"/>
                  </a:ext>
                </a:extLst>
              </p:cNvPr>
              <p:cNvSpPr/>
              <p:nvPr userDrawn="1"/>
            </p:nvSpPr>
            <p:spPr>
              <a:xfrm>
                <a:off x="-828000" y="4067998"/>
                <a:ext cx="252000" cy="288000"/>
              </a:xfrm>
              <a:prstGeom prst="rect">
                <a:avLst/>
              </a:prstGeom>
              <a:solidFill>
                <a:srgbClr val="FF383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1" name="직사각형 40">
                <a:extLst>
                  <a:ext uri="{FF2B5EF4-FFF2-40B4-BE49-F238E27FC236}">
                    <a16:creationId xmlns:a16="http://schemas.microsoft.com/office/drawing/2014/main" id="{46F6BF42-34B7-D0AE-EAF4-6AB933B7626F}"/>
                  </a:ext>
                </a:extLst>
              </p:cNvPr>
              <p:cNvSpPr/>
              <p:nvPr userDrawn="1"/>
            </p:nvSpPr>
            <p:spPr>
              <a:xfrm>
                <a:off x="-576000" y="4067998"/>
                <a:ext cx="252000" cy="288000"/>
              </a:xfrm>
              <a:prstGeom prst="rect">
                <a:avLst/>
              </a:prstGeom>
              <a:solidFill>
                <a:srgbClr val="CC1E1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2" name="직사각형 41">
                <a:extLst>
                  <a:ext uri="{FF2B5EF4-FFF2-40B4-BE49-F238E27FC236}">
                    <a16:creationId xmlns:a16="http://schemas.microsoft.com/office/drawing/2014/main" id="{5ED8F846-327B-E64A-6409-91C0320EFC7F}"/>
                  </a:ext>
                </a:extLst>
              </p:cNvPr>
              <p:cNvSpPr/>
              <p:nvPr userDrawn="1"/>
            </p:nvSpPr>
            <p:spPr>
              <a:xfrm>
                <a:off x="-324000" y="4067998"/>
                <a:ext cx="252000" cy="288000"/>
              </a:xfrm>
              <a:prstGeom prst="rect">
                <a:avLst/>
              </a:prstGeom>
              <a:solidFill>
                <a:srgbClr val="7A0E0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3" name="직사각형 42">
                <a:extLst>
                  <a:ext uri="{FF2B5EF4-FFF2-40B4-BE49-F238E27FC236}">
                    <a16:creationId xmlns:a16="http://schemas.microsoft.com/office/drawing/2014/main" id="{524FD4E0-95A7-9B35-3797-F2C2D9AF4CB6}"/>
                  </a:ext>
                </a:extLst>
              </p:cNvPr>
              <p:cNvSpPr/>
              <p:nvPr userDrawn="1"/>
            </p:nvSpPr>
            <p:spPr>
              <a:xfrm>
                <a:off x="-1080000" y="4067998"/>
                <a:ext cx="252000" cy="288000"/>
              </a:xfrm>
              <a:prstGeom prst="rect">
                <a:avLst/>
              </a:prstGeom>
              <a:solidFill>
                <a:srgbClr val="FF9A9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56" name="그룹 55">
              <a:extLst>
                <a:ext uri="{FF2B5EF4-FFF2-40B4-BE49-F238E27FC236}">
                  <a16:creationId xmlns:a16="http://schemas.microsoft.com/office/drawing/2014/main" id="{E5F24E7A-A3A7-8789-C4C3-1072BFA9257E}"/>
                </a:ext>
              </a:extLst>
            </p:cNvPr>
            <p:cNvGrpSpPr/>
            <p:nvPr userDrawn="1"/>
          </p:nvGrpSpPr>
          <p:grpSpPr>
            <a:xfrm>
              <a:off x="-1332000" y="4535997"/>
              <a:ext cx="1260000" cy="864000"/>
              <a:chOff x="-1332000" y="4535997"/>
              <a:chExt cx="1260000" cy="864000"/>
            </a:xfrm>
          </p:grpSpPr>
          <p:sp>
            <p:nvSpPr>
              <p:cNvPr id="44" name="직사각형 43">
                <a:extLst>
                  <a:ext uri="{FF2B5EF4-FFF2-40B4-BE49-F238E27FC236}">
                    <a16:creationId xmlns:a16="http://schemas.microsoft.com/office/drawing/2014/main" id="{1D2C58AB-90B4-524A-B1DC-F11DD04CC494}"/>
                  </a:ext>
                </a:extLst>
              </p:cNvPr>
              <p:cNvSpPr/>
              <p:nvPr userDrawn="1"/>
            </p:nvSpPr>
            <p:spPr>
              <a:xfrm>
                <a:off x="-1332000" y="4535997"/>
                <a:ext cx="1260000" cy="576000"/>
              </a:xfrm>
              <a:prstGeom prst="rect">
                <a:avLst/>
              </a:prstGeom>
              <a:solidFill>
                <a:srgbClr val="2082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r>
                  <a:rPr lang="en-US" altLang="ko-KR" sz="1000" b="1" dirty="0">
                    <a:solidFill>
                      <a:schemeClr val="bg1"/>
                    </a:solidFill>
                  </a:rPr>
                  <a:t>Highlight Blue</a:t>
                </a:r>
              </a:p>
              <a:p>
                <a:pPr algn="l"/>
                <a:r>
                  <a:rPr lang="en-US" altLang="ko-KR" sz="800" dirty="0">
                    <a:solidFill>
                      <a:schemeClr val="bg1"/>
                    </a:solidFill>
                  </a:rPr>
                  <a:t>Sub Highlighter</a:t>
                </a:r>
                <a:endParaRPr lang="ko-KR" altLang="en-US" sz="8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5" name="직사각형 44">
                <a:extLst>
                  <a:ext uri="{FF2B5EF4-FFF2-40B4-BE49-F238E27FC236}">
                    <a16:creationId xmlns:a16="http://schemas.microsoft.com/office/drawing/2014/main" id="{B39D6648-E04D-845B-4453-383C1FB3568D}"/>
                  </a:ext>
                </a:extLst>
              </p:cNvPr>
              <p:cNvSpPr/>
              <p:nvPr userDrawn="1"/>
            </p:nvSpPr>
            <p:spPr>
              <a:xfrm>
                <a:off x="-1332000" y="5111997"/>
                <a:ext cx="252000" cy="288000"/>
              </a:xfrm>
              <a:prstGeom prst="rect">
                <a:avLst/>
              </a:prstGeom>
              <a:solidFill>
                <a:srgbClr val="E3F1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6" name="직사각형 45">
                <a:extLst>
                  <a:ext uri="{FF2B5EF4-FFF2-40B4-BE49-F238E27FC236}">
                    <a16:creationId xmlns:a16="http://schemas.microsoft.com/office/drawing/2014/main" id="{2ED123F4-424D-20D0-1DEB-41A5B1D56E22}"/>
                  </a:ext>
                </a:extLst>
              </p:cNvPr>
              <p:cNvSpPr/>
              <p:nvPr userDrawn="1"/>
            </p:nvSpPr>
            <p:spPr>
              <a:xfrm>
                <a:off x="-828000" y="5111997"/>
                <a:ext cx="252000" cy="288000"/>
              </a:xfrm>
              <a:prstGeom prst="rect">
                <a:avLst/>
              </a:prstGeom>
              <a:solidFill>
                <a:srgbClr val="2082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7" name="직사각형 46">
                <a:extLst>
                  <a:ext uri="{FF2B5EF4-FFF2-40B4-BE49-F238E27FC236}">
                    <a16:creationId xmlns:a16="http://schemas.microsoft.com/office/drawing/2014/main" id="{7583118E-ED62-931B-5F6B-35471B66C178}"/>
                  </a:ext>
                </a:extLst>
              </p:cNvPr>
              <p:cNvSpPr/>
              <p:nvPr userDrawn="1"/>
            </p:nvSpPr>
            <p:spPr>
              <a:xfrm>
                <a:off x="-576000" y="5111997"/>
                <a:ext cx="252000" cy="288000"/>
              </a:xfrm>
              <a:prstGeom prst="rect">
                <a:avLst/>
              </a:prstGeom>
              <a:solidFill>
                <a:srgbClr val="166AC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8" name="직사각형 47">
                <a:extLst>
                  <a:ext uri="{FF2B5EF4-FFF2-40B4-BE49-F238E27FC236}">
                    <a16:creationId xmlns:a16="http://schemas.microsoft.com/office/drawing/2014/main" id="{F1FFE7F6-E2AD-5437-E63B-51D62A7FB2B5}"/>
                  </a:ext>
                </a:extLst>
              </p:cNvPr>
              <p:cNvSpPr/>
              <p:nvPr userDrawn="1"/>
            </p:nvSpPr>
            <p:spPr>
              <a:xfrm>
                <a:off x="-324000" y="5111997"/>
                <a:ext cx="252000" cy="288000"/>
              </a:xfrm>
              <a:prstGeom prst="rect">
                <a:avLst/>
              </a:prstGeom>
              <a:solidFill>
                <a:srgbClr val="08316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9" name="직사각형 48">
                <a:extLst>
                  <a:ext uri="{FF2B5EF4-FFF2-40B4-BE49-F238E27FC236}">
                    <a16:creationId xmlns:a16="http://schemas.microsoft.com/office/drawing/2014/main" id="{3B515338-9C5D-CEAA-95E3-1C1186B69108}"/>
                  </a:ext>
                </a:extLst>
              </p:cNvPr>
              <p:cNvSpPr/>
              <p:nvPr userDrawn="1"/>
            </p:nvSpPr>
            <p:spPr>
              <a:xfrm>
                <a:off x="-1080000" y="5111997"/>
                <a:ext cx="252000" cy="288000"/>
              </a:xfrm>
              <a:prstGeom prst="rect">
                <a:avLst/>
              </a:prstGeom>
              <a:solidFill>
                <a:srgbClr val="8AC5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68572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71" r:id="rId2"/>
    <p:sldLayoutId id="2147483669" r:id="rId3"/>
    <p:sldLayoutId id="2147483668" r:id="rId4"/>
    <p:sldLayoutId id="2147483670" r:id="rId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46" userDrawn="1">
          <p15:clr>
            <a:srgbClr val="F26B43"/>
          </p15:clr>
        </p15:guide>
        <p15:guide id="2" pos="285" userDrawn="1">
          <p15:clr>
            <a:srgbClr val="F26B43"/>
          </p15:clr>
        </p15:guide>
        <p15:guide id="3" pos="5955" userDrawn="1">
          <p15:clr>
            <a:srgbClr val="F26B43"/>
          </p15:clr>
        </p15:guide>
        <p15:guide id="4" orient="horz" pos="3974" userDrawn="1">
          <p15:clr>
            <a:srgbClr val="F26B43"/>
          </p15:clr>
        </p15:guide>
      </p15:sldGuideLst>
    </p:ext>
  </p:extLst>
</p:sldMaster>
</file>

<file path=ppt/theme/theme1.xml><?xml version="1.0" encoding="utf-8"?>
<a:theme xmlns:a="http://schemas.openxmlformats.org/drawingml/2006/main" name="Office 테마">
  <a:themeElements>
    <a:clrScheme name="AMIC_PETRA">
      <a:dk1>
        <a:srgbClr val="2A2A2A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사용자 지정 2">
      <a:majorFont>
        <a:latin typeface="SUITE Heavy"/>
        <a:ea typeface="SUITE Heavy"/>
        <a:cs typeface=""/>
      </a:majorFont>
      <a:minorFont>
        <a:latin typeface="Pretendard"/>
        <a:ea typeface="Pretendard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3F1FF"/>
        </a:solidFill>
        <a:ln w="6350">
          <a:solidFill>
            <a:srgbClr val="6A6A6A"/>
          </a:solidFill>
        </a:ln>
      </a:spPr>
      <a:bodyPr lIns="0" tIns="0" rIns="0" bIns="0" rtlCol="0" anchor="ctr"/>
      <a:lstStyle>
        <a:defPPr algn="ctr">
          <a:defRPr sz="10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rgbClr val="6A6A6A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lnSpc>
            <a:spcPct val="110000"/>
          </a:lnSpc>
          <a:defRPr sz="10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38319</TotalTime>
  <Words>4488</Words>
  <Application>Microsoft Office PowerPoint</Application>
  <PresentationFormat>A4 용지(210x297mm)</PresentationFormat>
  <Paragraphs>1165</Paragraphs>
  <Slides>25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2" baseType="lpstr">
      <vt:lpstr>Pretendard</vt:lpstr>
      <vt:lpstr>SUIT Medium</vt:lpstr>
      <vt:lpstr>SUITE Heavy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 WooSang</dc:creator>
  <cp:lastModifiedBy>Woosang Jo</cp:lastModifiedBy>
  <cp:revision>1019</cp:revision>
  <cp:lastPrinted>2025-12-22T07:04:28Z</cp:lastPrinted>
  <dcterms:created xsi:type="dcterms:W3CDTF">2025-05-07T02:47:43Z</dcterms:created>
  <dcterms:modified xsi:type="dcterms:W3CDTF">2026-02-19T13:20:31Z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2025-05-07T02:47:43Z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98aec3aa-eeb3-4a62-8855-86f648c2b350</vt:lpwstr>
  </property>
  <property fmtid="{D5CDD505-2E9C-101B-9397-08002B2CF9AE}" pid="7" name="MSIP_Label_defa4170-0d19-0005-0004-bc88714345d2_ActionId">
    <vt:lpwstr>32e90476-9ae9-4ff3-95c1-e213571716bc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